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Nyutro Sans" charset="1" panose="00000000000000000000"/>
      <p:regular r:id="rId21"/>
    </p:embeddedFont>
    <p:embeddedFont>
      <p:font typeface="Times New Roman" charset="1" panose="02030502070405020303"/>
      <p:regular r:id="rId22"/>
    </p:embeddedFont>
    <p:embeddedFont>
      <p:font typeface="Times New Roman Bold" charset="1" panose="02030802070405020303"/>
      <p:regular r:id="rId23"/>
    </p:embeddedFont>
    <p:embeddedFont>
      <p:font typeface="Canva Sans" charset="1" panose="020B0503030501040103"/>
      <p:regular r:id="rId24"/>
    </p:embeddedFont>
    <p:embeddedFont>
      <p:font typeface="Open Sans" charset="1" panose="020B0606030504020204"/>
      <p:regular r:id="rId25"/>
    </p:embeddedFont>
    <p:embeddedFont>
      <p:font typeface="Open Sans Bold" charset="1" panose="020B0806030504020204"/>
      <p:regular r:id="rId26"/>
    </p:embeddedFont>
    <p:embeddedFont>
      <p:font typeface="Sego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905706" y="-1561569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60813" y="-84522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518244"/>
            <a:ext cx="2305394" cy="2305394"/>
          </a:xfrm>
          <a:custGeom>
            <a:avLst/>
            <a:gdLst/>
            <a:ahLst/>
            <a:cxnLst/>
            <a:rect r="r" b="b" t="t" l="l"/>
            <a:pathLst>
              <a:path h="2305394" w="2305394">
                <a:moveTo>
                  <a:pt x="0" y="0"/>
                </a:moveTo>
                <a:lnTo>
                  <a:pt x="2305394" y="0"/>
                </a:lnTo>
                <a:lnTo>
                  <a:pt x="2305394" y="2305394"/>
                </a:lnTo>
                <a:lnTo>
                  <a:pt x="0" y="230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04802" y="6672898"/>
            <a:ext cx="9678397" cy="158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4"/>
              </a:lnSpc>
            </a:pPr>
            <a:r>
              <a:rPr lang="en-US" sz="433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Presented by:</a:t>
            </a:r>
          </a:p>
          <a:p>
            <a:pPr algn="ctr">
              <a:lnSpc>
                <a:spcPts val="6064"/>
              </a:lnSpc>
            </a:pPr>
            <a:r>
              <a:rPr lang="en-US" sz="433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Mg Ye Htet San (5CS-37)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9993" y="2395013"/>
            <a:ext cx="14932507" cy="211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9"/>
              </a:lnSpc>
            </a:pPr>
            <a:r>
              <a:rPr lang="en-US" sz="11099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Taunggyi Directory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99883" y="904875"/>
            <a:ext cx="4288234" cy="612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5"/>
              </a:lnSpc>
            </a:pPr>
            <a:r>
              <a:rPr lang="en-US" sz="3246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September 11,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68168" y="5409509"/>
            <a:ext cx="8551664" cy="99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61B1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Internship Project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163050"/>
            <a:ext cx="145762" cy="44157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214"/>
              </a:lnSpc>
              <a:spcBef>
                <a:spcPct val="0"/>
              </a:spcBef>
            </a:pPr>
            <a:r>
              <a:rPr lang="en-US" sz="2296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23121" y="4336537"/>
            <a:ext cx="42015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61B1C"/>
                </a:solidFill>
                <a:latin typeface="Canva Sans"/>
                <a:ea typeface="Canva Sans"/>
                <a:cs typeface="Canva Sans"/>
                <a:sym typeface="Canva Sans"/>
              </a:rPr>
              <a:t>(Mobile Application)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Introduction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Objectives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Project Overview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System Flow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Use Case Diagram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ER Dragram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Development Environment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Challenges and Limitations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Future Enhancements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Conclusion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294" y="9172561"/>
            <a:ext cx="126956" cy="38736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Internship role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: Mobile Application Developement (Flutter)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Focus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:Flutter ,Dart, FastAPI backend , SQLite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Gained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:Practical coding experience, real project workflow,teamwork, and problem solving </a:t>
              </a:r>
            </a:p>
            <a:p>
              <a:pPr algn="l">
                <a:lnSpc>
                  <a:spcPts val="4200"/>
                </a:lnSpc>
              </a:pP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To develop mobile app (Taunggyi Directory) to guide users to places in Taunggyi.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To provide admin dashboard for management (places,users,categories,ads).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To ensure user experience with search, reviews, favorites, and profile customization.</a:t>
              </a:r>
            </a:p>
            <a:p>
              <a:pPr algn="l">
                <a:lnSpc>
                  <a:spcPts val="4200"/>
                </a:lnSpc>
              </a:pP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Mobile app for discovering places, food, and locations in Taunggyi.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System has two sides: </a:t>
              </a: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 and </a:t>
              </a: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Admin</a:t>
              </a:r>
            </a:p>
            <a:p>
              <a:pPr algn="l" marL="3238500" indent="-539750" lvl="5">
                <a:lnSpc>
                  <a:spcPts val="4200"/>
                </a:lnSpc>
                <a:buFont typeface="Arial"/>
                <a:buChar char="⚬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 side: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 Login/Sign up, browse/search places, give review and rating, add to favorites,view locations on map, profile,settings.</a:t>
              </a:r>
            </a:p>
            <a:p>
              <a:pPr algn="l" marL="3238500" indent="-539750" lvl="5">
                <a:lnSpc>
                  <a:spcPts val="4200"/>
                </a:lnSpc>
                <a:buFont typeface="Arial"/>
                <a:buChar char="⚬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Admin side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: Login,manage places, categories, users , ads, and events.</a:t>
              </a: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   </a:t>
              </a: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288710" y="2420306"/>
            <a:ext cx="4483594" cy="6330254"/>
          </a:xfrm>
          <a:custGeom>
            <a:avLst/>
            <a:gdLst/>
            <a:ahLst/>
            <a:cxnLst/>
            <a:rect r="r" b="b" t="t" l="l"/>
            <a:pathLst>
              <a:path h="6330254" w="4483594">
                <a:moveTo>
                  <a:pt x="0" y="0"/>
                </a:moveTo>
                <a:lnTo>
                  <a:pt x="4483594" y="0"/>
                </a:lnTo>
                <a:lnTo>
                  <a:pt x="4483594" y="6330255"/>
                </a:lnTo>
                <a:lnTo>
                  <a:pt x="0" y="6330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1308" y="2685760"/>
            <a:ext cx="463539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flow diagram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   </a:t>
              </a: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954787" y="2755381"/>
            <a:ext cx="9110831" cy="5660104"/>
          </a:xfrm>
          <a:custGeom>
            <a:avLst/>
            <a:gdLst/>
            <a:ahLst/>
            <a:cxnLst/>
            <a:rect r="r" b="b" t="t" l="l"/>
            <a:pathLst>
              <a:path h="5660104" w="9110831">
                <a:moveTo>
                  <a:pt x="0" y="0"/>
                </a:moveTo>
                <a:lnTo>
                  <a:pt x="9110831" y="0"/>
                </a:lnTo>
                <a:lnTo>
                  <a:pt x="9110831" y="5660104"/>
                </a:lnTo>
                <a:lnTo>
                  <a:pt x="0" y="5660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1308" y="2685760"/>
            <a:ext cx="463539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flow diagram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   </a:t>
              </a: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Actors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User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Admin</a:t>
              </a: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762644" y="2648405"/>
            <a:ext cx="7535727" cy="5874057"/>
          </a:xfrm>
          <a:custGeom>
            <a:avLst/>
            <a:gdLst/>
            <a:ahLst/>
            <a:cxnLst/>
            <a:rect r="r" b="b" t="t" l="l"/>
            <a:pathLst>
              <a:path h="5874057" w="7535727">
                <a:moveTo>
                  <a:pt x="0" y="0"/>
                </a:moveTo>
                <a:lnTo>
                  <a:pt x="7535726" y="0"/>
                </a:lnTo>
                <a:lnTo>
                  <a:pt x="7535726" y="5874057"/>
                </a:lnTo>
                <a:lnTo>
                  <a:pt x="0" y="58740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   Database Entities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Users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Places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Categories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Favorites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Subcategories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Visited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Reactions</a:t>
              </a: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69925" y="2126081"/>
            <a:ext cx="8853815" cy="6657676"/>
          </a:xfrm>
          <a:custGeom>
            <a:avLst/>
            <a:gdLst/>
            <a:ahLst/>
            <a:cxnLst/>
            <a:rect r="r" b="b" t="t" l="l"/>
            <a:pathLst>
              <a:path h="6657676" w="8853815">
                <a:moveTo>
                  <a:pt x="0" y="0"/>
                </a:moveTo>
                <a:lnTo>
                  <a:pt x="8853815" y="0"/>
                </a:lnTo>
                <a:lnTo>
                  <a:pt x="8853815" y="6657676"/>
                </a:lnTo>
                <a:lnTo>
                  <a:pt x="0" y="6657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093" r="0" b="-709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00"/>
                </a:lnSpc>
              </a:pP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Frontend(Mobile App)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Flutter, Dart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Riverpod, Go Router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SharedPreferences, Secure Storage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Google Maps, Carousel Slider, Rating Bar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Backend (Server)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 + FastAPI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SQLite Database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Uvicorn Server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Tools</a:t>
              </a:r>
            </a:p>
            <a:p>
              <a:pPr algn="l" marL="2590800" indent="-518160" lvl="4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VS Code, GitHub, Android Device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05814" y="411581"/>
            <a:ext cx="14945046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Environment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Device Limitations: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 Limited to testing on my personal Android device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Time Constraints: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 Could not finish Admin Ads Management and Event Management before deadline.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Backend Challenges: 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Debugging FastAPI &amp; Flutter integration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Learning Curve: 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First time working deeply with Riverpod, GoRouter, and Google Maps integration.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b="true" sz="3000">
                  <a:solidFill>
                    <a:srgbClr val="161B1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UI/UX Refinement: </a:t>
              </a: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Limited time for improving responsiveness, theme customization, and polishing the interface.</a:t>
              </a: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88264" y="676275"/>
            <a:ext cx="14067706" cy="172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49"/>
              </a:lnSpc>
            </a:pPr>
            <a:r>
              <a:rPr lang="en-US" sz="9035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Limitations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Complete Ads &amp; Event Management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Add Forgot Password &amp; Multi-language support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Improve UI/UX with more animations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 push notifications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Improve map performance for smoother navigation</a:t>
              </a:r>
            </a:p>
            <a:p>
              <a:pPr algn="l" marL="1943100" indent="-485775" lvl="3">
                <a:lnSpc>
                  <a:spcPts val="4200"/>
                </a:lnSpc>
                <a:buFont typeface="Arial"/>
                <a:buChar char="￭"/>
              </a:pPr>
              <a:r>
                <a:rPr lang="en-US" sz="3000">
                  <a:solidFill>
                    <a:srgbClr val="161B1C"/>
                  </a:solidFill>
                  <a:latin typeface="Open Sans"/>
                  <a:ea typeface="Open Sans"/>
                  <a:cs typeface="Open Sans"/>
                  <a:sym typeface="Open Sans"/>
                </a:rPr>
                <a:t>Cross-device testing (iOS, tablets)</a:t>
              </a: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812770" y="685800"/>
            <a:ext cx="1081509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71594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00"/>
                </a:lnSpc>
              </a:pP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25703" y="685800"/>
            <a:ext cx="92096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00803" y="2457450"/>
            <a:ext cx="13233679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My internship at Widget-Lab pr</a:t>
            </a:r>
            <a:r>
              <a:rPr lang="en-US" sz="300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ovided valuable </a:t>
            </a:r>
            <a:r>
              <a:rPr lang="en-US" b="true" sz="3000">
                <a:solidFill>
                  <a:srgbClr val="161B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hands-on experience</a:t>
            </a:r>
            <a:r>
              <a:rPr lang="en-US" sz="300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b="true" sz="3000">
                <a:solidFill>
                  <a:srgbClr val="161B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Flutter</a:t>
            </a:r>
            <a:r>
              <a:rPr lang="en-US" sz="300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3000">
                <a:solidFill>
                  <a:srgbClr val="161B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Dart</a:t>
            </a:r>
            <a:r>
              <a:rPr lang="en-US" sz="300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3000">
                <a:solidFill>
                  <a:srgbClr val="161B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FastAPI</a:t>
            </a:r>
            <a:r>
              <a:rPr lang="en-US" sz="300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lang="en-US" b="true" sz="3000">
                <a:solidFill>
                  <a:srgbClr val="161B1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 app development</a:t>
            </a:r>
            <a:r>
              <a:rPr lang="en-US" sz="300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. I gained practical skills in building a real-world project, working with APIs, SQLite, and managing state with Riverpod. The experience improved my problem-solving, debugging, and teamwork abilities, while giving me a clearer understanding of professional software development. Overall, this internship has strengthened my technical knowledge and prepared me for future challenges in the tech industry.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905706" y="-1561569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60813" y="-84522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9346" y="3453911"/>
            <a:ext cx="14149309" cy="303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905706" y="-1561569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60813" y="-84522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9346" y="3453911"/>
            <a:ext cx="14149309" cy="303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Q &amp;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72575"/>
            <a:ext cx="152400" cy="238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61B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DAGyk0LgAco</dc:identifier>
  <dcterms:modified xsi:type="dcterms:W3CDTF">2011-08-01T06:04:30Z</dcterms:modified>
  <cp:revision>1</cp:revision>
  <dc:title>Blue Minimalist Modern Professional Presentation</dc:title>
</cp:coreProperties>
</file>